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82880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64592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AI赋能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日常工作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73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人工智能工具学习培训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生产运维部 · 内部培训资料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5486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155448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平台概述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两大工具对比、三步快速开始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76809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63040" y="2212848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Hermes-Agent 指南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4140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环境准备、安装配置、Skills、使用方法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79776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7977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3040" y="2871216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825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指南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0723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Node.js安装、安装配置、常用命令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38144"/>
            <a:ext cx="768096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381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463040" y="3529584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大模型基础知识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LLM、Prompt工程、Function Call、MCP、Agent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096512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463040" y="4187952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 申请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申请流程、令牌管理、常见问题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平台概述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两大核心工具对比 · 三步快速开始 · 使用场景速查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两大核心工具对比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45720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对比维度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Hermes-Agent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Claude Code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  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对话式AI智能助手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终端AI编程协作工具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目标用户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生产运维部全员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开发工程师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核心能力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日常办公、文档处理、报告编写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代码开发、调试、Code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运行环境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终端/TUI/桌面端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命令行终端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接口类型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OpenAI兼容接口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Anthropic原生接口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Qwen3.6-35B-A3B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Claude系列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低，开箱即用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中，需基础命令行知识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安装前提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24+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日常办公 → Hermes-Agent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5486400"/>
            <a:ext cx="3474720" cy="-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写报告、写邮件、文档处理、数据分析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457200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4572000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3776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代码开发 → Claude Code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5486400"/>
            <a:ext cx="3474720" cy="-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编程、调试、Code Review、架构设计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三步快速开始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 申请 API Key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 AI Gateway 平台 (aigateway.sccba.org)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使用域账号登录，申请个人令牌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提交后联系康龙雨审批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51760"/>
            <a:ext cx="594360" cy="5943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安装工具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 → 安装 Hermes-Agent (Python)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→ 安装 Claude Code (Node.js)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复制一键安装脚本到终端执行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开始使用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114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API Key 到工具中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启动工具，开始与 AI 对话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逐步探索 Skills、MCP 等高级功能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Hermes-Agent 指南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对话式AI智能助手 · 生产运维部全员适用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Hermes-Agent 安装与配置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公司应用商店搜索安装 Python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版本要求：3.11及以上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勾选 Add Python to PATH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一键安装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打开终端复制安装脚本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或 PowerShell 均可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自动配置 pip 内部源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54864" cy="1828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配置模型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hermes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 Base URL + API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模型名：Qwen3.6-35B-A3B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CMD 安装脚本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11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@echo off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========================================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Hermes-Agent 一键安装脚本 (CMD)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========================================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[1/2] 配置 pip 内部源...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config set global.index-url http://7.24.4.68:28081/repository/pypi/simple/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config set global.trusted-host 7.24.4.68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[2/2] 安装 hermes-agent...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-U hermes-agent[all]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安装完成！输入 hermes-agent --help 验证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8404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20040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32918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脚本自动配置pip使用公司内部源，无需手动修改pip.conf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840480"/>
            <a:ext cx="384048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840480"/>
            <a:ext cx="54864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931920"/>
            <a:ext cx="320040" cy="3200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9136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安装Python时务必勾选「Add Python to PATH」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4480560"/>
            <a:ext cx="38404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448056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2040" y="45720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5537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推荐模型：Qwen3.6-35B-A3B（日常办公聊天场景）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技能系统 &amp; 使用建议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文档处理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Word/PDF/Excel 读写与分析，自动化办公文档生成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代码开发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TDD调试、Code Review、架构设计、技术方案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46888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创意设计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ASCII艺术、架构图绘制、品牌指南、漫画生成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68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数据可视化、统计报告、趋势分析、看板生成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提示词技巧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角色设定：设定具体角色提升专业性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结构化指令：背景→任务→要求→输出格式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多轮迭代：AI生成→观察→追问→调整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指南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终端AI编程协作工具 · 面向开发工程师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安装流程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安装 Node.js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 node-v24.16.0-win-x64.zip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解压并配置 PATH 环境变量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验证：node --version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安装 Claude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npm 内部源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@anthropic-ai/claude-code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.claude 配置目录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 &amp; 启动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settings.json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 API Key + Base 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 claude 命令启动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063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@echo off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========================================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Claude Code 一键安装脚本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========================================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[1/3] 检查 Node.js 环境...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node &gt;nul 2&gt;&amp;1 || (echo [错误] &amp;&amp; goto :end)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&amp;&amp; npm --version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[2/3] 配置 npm 源并安装 Claude Code...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config set registry http://7.24.4.68:28081/repository/npm/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@anthropic-ai/claude-code@2.1.153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[3/3] 创建配置目录...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exist "%USERPROFILE%\.claude" mkdir "%USERPROFILE%\.claude"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安装完成！运行 claude --version 验证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:end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settings.json 配置模板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84048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"ANTHROPIC_API_KEY": "你的API_KEY",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"ANTHROPIC_BASE_URL": "http://7.24.28.9:8080"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常用命令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420624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命令</a:t>
                      </a:r>
                      <a:endParaRPr lang="en-US" sz="8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说明</a:t>
                      </a:r>
                      <a:endParaRPr lang="en-US" sz="8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启动交互会话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--resume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恢复上次会话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/compact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压缩上下文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/review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审查代码变更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/init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初始化 CLAUDE.md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大模型基础知识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LLM基础 · Prompt工程 · 模型接入配置 · Function Call · MCP · Agent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大语言模型 &amp; 提示词工程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Token（词元）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模型处理文本的最小单位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中文≈1.5字符=1 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API调用成本与容量基础单位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54864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上下文窗口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模型的短期记忆容量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超出窗口需开新对话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或使用摘要压缩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54864" cy="1371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控制输出随机性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0~0.3：精确、一致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0.7~1.0：创意、多样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提示词工程 — 从基础到进阶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508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0896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角色设定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开头设定角色提升专业性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94560" y="3108960"/>
            <a:ext cx="1508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94560" y="310896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37744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结构化指令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402336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背景→任务→要求→输出格式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3108960"/>
            <a:ext cx="1508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0" y="310896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02336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02336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给出2~3组示例引导格式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3108960"/>
            <a:ext cx="1508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310896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66928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思维链 CoT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402336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引导逐步推理，加"让我们一步步思考"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32320" y="3108960"/>
            <a:ext cx="1508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32320" y="310896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315200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结构化输出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4023360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指定JSON/表格等输出格式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主流大模型一览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</a:t>
                      </a:r>
                      <a:endParaRPr lang="en-US" sz="8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公司</a:t>
                      </a:r>
                      <a:endParaRPr lang="en-US" sz="8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特点</a:t>
                      </a:r>
                      <a:endParaRPr lang="en-US" sz="8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多模态，生态成熟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安全性高，推理严谨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深度求索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国产开源，性价比极高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智谱AI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国产自研，中文深入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开源丰富，部署成熟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6" name="Text 43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模型接入配置 &amp; 核心协议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接入配置三要素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URL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AI服务的门牌号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http://7.24.28.9:28080/v1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28600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身份通行证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从AI Gateway平台申请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28600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指定使用的大脑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3840480" cy="228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5176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📞 Function Call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让大模型从"会说"到"会做"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模型不自己调接口，输出JSON调用指令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程序执行函数 → 结果返回模型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六步流程：请求→判断→JSON→执行→返回→回复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模型是大脑，Function Call是手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3840480" cy="228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651760"/>
            <a:ext cx="54864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MCP 协议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AI应用的"USB-C接口标准"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Client（AI端）↔ 标准协议 ↔ Server（工具端）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Server暴露3种能力：Tools/Resources/Prompts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传输：stdio（本地）+ HTTP/SSE（远程）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Hermes-Agent 均已深度集成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&amp; 工程化演进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= 大模型(大脑) + 工具调用(手) + 记忆系统(笔记本) + 规划能力(计划表) + 验证机制(质检员)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核心循环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20240" y="233172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思考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286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观察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2860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06640" y="233172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迭代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工程化演进：Prompt → Context → Harness → Loop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2194560"/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阶段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时间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核心问题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关键能力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人的角色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怎么把话说清楚？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角色设定、思维链、Few-shot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提问者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Agent应该知道什么？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RAG、记忆系统、MCP协议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信息管家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Eng.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Agent在什么环境做事？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约束门、反馈回路、沙箱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规则制定者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Eng.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怎么让系统自动管Agent？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自动化触发、Sub-agent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循环设计者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0972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 申请指南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从申请到配置 · 5分钟完成 · 康龙雨审批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 申请流程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访问平台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 aigateway.sccba.org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域账号登录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0312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09728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令牌管理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点击「令牌管理」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查看或申请令牌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097280"/>
            <a:ext cx="54864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2336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填写申请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选择个人使用类型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填写名称和描述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57784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097280"/>
            <a:ext cx="54864" cy="1645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6072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等待审批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提交后联系康龙雨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联盟E动审批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0" y="1645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0" y="109728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复制保存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复制令牌字符串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妥善保存勿泄露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Key 管理要点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3832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152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查看列表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29768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管理页面查看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所有Key及状态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33832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97480" y="3383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28803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88036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重新生成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80360" y="429768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Key丢失可重新生成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旧Key立即失效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33832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383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02920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吊销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429768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Key泄露立即吊销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长期有效无需续期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95160" y="338328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95160" y="338328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71780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178040" y="3977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安全提醒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78040" y="429768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勿截图泄露、明文传输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勿提交代码仓库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常见问题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4846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一个Key可用于多个工具？  A: 可以，无限制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Key有使用限制？  A: 每分钟最多8次请求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Key会过期吗？  A: 不会，长期有效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需要审批吗？  A: 需要，联系康龙雨（联盟E动）审批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412480" y="4617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开始你的 AI 之旅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0" y="237744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如有疑问，请联系技术支持：李龙(lilong) · 司佳宇(sijy)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生产运维部 · 内部培训资料 · 2026年6月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AI赋能日常工作 - 学习培训</dc:title>
  <dc:subject>PptxGenJS Presentation</dc:subject>
  <dc:creator>生产运维部</dc:creator>
  <cp:lastModifiedBy>生产运维部</cp:lastModifiedBy>
  <cp:revision>1</cp:revision>
  <dcterms:created xsi:type="dcterms:W3CDTF">2026-06-23T06:39:41Z</dcterms:created>
  <dcterms:modified xsi:type="dcterms:W3CDTF">2026-06-23T06:39:41Z</dcterms:modified>
</cp:coreProperties>
</file>